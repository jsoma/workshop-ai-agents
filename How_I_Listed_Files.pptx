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I Listed Files in the Directory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Guide to the Process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Find Allowed Directories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Called list_allowed_directories() to identify accessible directories</a:t>
            </a:r>
          </a:p>
          <a:p>
            <a:pPr/>
            <a:r>
              <a:t>Retrieved: /Users/soma/Library/CloudStorage/Dropbox/Soma/Curriculum/2026-dataharvest/pydantic-ai</a:t>
            </a:r>
          </a:p>
          <a:p>
            <a:pPr/>
            <a:r>
              <a:t>This ensures I only access directories I have permission to read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List Directory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Called list_directory() with the allowed directory path</a:t>
            </a:r>
          </a:p>
          <a:p>
            <a:pPr/>
            <a:r>
              <a:t>Received complete list of all files and folders</a:t>
            </a:r>
          </a:p>
          <a:p>
            <a:pPr/>
            <a:r>
              <a:t>Files are marked with [FILE], directories with [DIR]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Files Found -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Configuration files: .env, .env.example, .python-version</a:t>
            </a:r>
          </a:p>
          <a:p>
            <a:pPr/>
            <a:r>
              <a:t>Notebooks: 01-Pydantic AI basics.ipynb, 02-Pydantic AI agents in action.ipynb, 03-Pydantic AI orchestration.ipynb</a:t>
            </a:r>
          </a:p>
          <a:p>
            <a:pPr/>
            <a:r>
              <a:t>Project files: pyproject.toml, uv.lock, workshop-config.yaml</a:t>
            </a:r>
          </a:p>
          <a:p>
            <a:pPr/>
            <a:r>
              <a:t>Documentation: README.md, talk.md</a:t>
            </a:r>
          </a:p>
          <a:p>
            <a:pPr/>
            <a:r>
              <a:t>Other: .DS_Store, .gitignore, Pydantic AI agents.pptx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Files Found -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Python files: autonomous_multi_agent_teaching_example.py, north_dakota_spill_research_teaching_example.py</a:t>
            </a:r>
          </a:p>
          <a:p>
            <a:pPr/>
            <a:r>
              <a:t>Data files: TM_5.pdf, 20250715 BZA min.pdf, 20250715 BZA min.txt, example.txt</a:t>
            </a:r>
          </a:p>
          <a:p>
            <a:pPr/>
            <a:r>
              <a:t>Directories: .devcontainer, .git, .venv, .vscode, __pycache__, data, docs, outputs, research</a:t>
            </a:r>
          </a:p>
          <a:p>
            <a:pPr/>
            <a:r>
              <a:t>Hidden files and system items also included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Successfully identified all accessible files and directories</a:t>
            </a:r>
          </a:p>
          <a:p>
            <a:pPr/>
            <a:r>
              <a:t>A total of 26 items found (files and directories combined)</a:t>
            </a:r>
          </a:p>
          <a:p>
            <a:pPr/>
            <a:r>
              <a:t>The directory contains a Python project focused on Pydantic AI with notebooks, examples, and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